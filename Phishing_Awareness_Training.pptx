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57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DC2626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Question the urgency. Protect the organization.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983480"/>
            <a:ext cx="2926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120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module on recognizing, resisting, and reporting phishing attacks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7AB771-7945-4B09-9C04-BF1E1E5E7E19}"/>
              </a:ext>
            </a:extLst>
          </p:cNvPr>
          <p:cNvSpPr txBox="1"/>
          <p:nvPr/>
        </p:nvSpPr>
        <p:spPr>
          <a:xfrm>
            <a:off x="8599055" y="5742432"/>
            <a:ext cx="3435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By:</a:t>
            </a:r>
            <a:b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Name: </a:t>
            </a:r>
            <a:r>
              <a:rPr lang="en-US" dirty="0" err="1">
                <a:solidFill>
                  <a:schemeClr val="bg1"/>
                </a:solidFill>
                <a:latin typeface="Arial Black" panose="020B0A04020102020204" pitchFamily="34" charset="0"/>
              </a:rPr>
              <a:t>Nabhanya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S Shetty</a:t>
            </a:r>
            <a:b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Date: 7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2265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2039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Phishing 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why attackers rely on 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103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22265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039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805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Emails &amp; Sites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8056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messages, links, and domains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1874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2103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24" y="22265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98480" y="2039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83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18388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51256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91840" y="4325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7724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" y="5394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you and the company safe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51960" y="4160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0560" y="4389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004" y="451256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4325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48056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480560" y="5394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breaches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955280" y="4160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83880" y="438912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7324" y="451256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98480" y="4325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18388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183880" y="5394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111827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a trusted source to trick people into handing over sensitive data, credentials, or money.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4114800"/>
            <a:ext cx="52120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251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primarily through email, but also text messages (smishing), phone calls (vishing), and fake websites.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006840" y="18562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day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3200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006840" y="32735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that begin with a phishing email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4617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006840" y="46908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initial attack vector for breaches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an Attack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377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Target &amp; Research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7033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picks a target and gathers public info (LinkedIn, company site, social media).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0896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210312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1F2937"/>
          </a:solidFill>
          <a:ln/>
        </p:spPr>
      </p:sp>
      <p:sp>
        <p:nvSpPr>
          <p:cNvPr id="11" name="Shape 8"/>
          <p:cNvSpPr/>
          <p:nvPr/>
        </p:nvSpPr>
        <p:spPr>
          <a:xfrm>
            <a:off x="4366260" y="2377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2505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Craft the Lure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84448" y="37033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believable message is built: fake invoice, IT alert, HR notice, or executive request.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4360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210312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1F2937"/>
          </a:solidFill>
          <a:ln/>
        </p:spPr>
      </p:sp>
      <p:sp>
        <p:nvSpPr>
          <p:cNvPr id="17" name="Shape 13"/>
          <p:cNvSpPr/>
          <p:nvPr/>
        </p:nvSpPr>
        <p:spPr>
          <a:xfrm>
            <a:off x="7200900" y="2377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25054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Trigger Action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19088" y="37033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curiosity pushes the victim to click a link, open an attachment, or reply.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7824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2103120"/>
            <a:ext cx="2606040" cy="3108960"/>
          </a:xfrm>
          <a:prstGeom prst="roundRect">
            <a:avLst>
              <a:gd name="adj" fmla="val 2456"/>
            </a:avLst>
          </a:prstGeom>
          <a:solidFill>
            <a:srgbClr val="1F293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35540" y="2377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250545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Harvest &amp; Exploit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53728" y="37033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funds, or access are captured and used or sold.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trust and routine, not technical flaws — which is why awareness is the strongest defense.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Comes in Many Forms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939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vendors, or services to harvest credentials.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842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0939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44568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messages using personal details about a specific victim.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98424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0939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9328" y="256032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impersonates an executive to request wire transfers or data.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197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466344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message, often with shortened malicious links.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0873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197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44568" y="466344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social engineering impersonating support desks or banks.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08736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1970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 / Fake Sites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39328" y="4663440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redirected to convincing fake websites that steal entered data.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75688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311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address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right, but the actual email domain is slightly off or unrelated.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2311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pressure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258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hours" or "your account will be suspended" language designed to rush you.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18688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11296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6667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36941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reveals a URL that doesn't match the supposed sender or destination.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218688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3511296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66674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6941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actual name — bulk attacks rarely personalize.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946904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10235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&amp; formatting errors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08760" y="51297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grammar, inconsistent fonts, or low-quality logos in an otherwise official-looking email.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4654296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4946904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510235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requests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51297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passwords, payment, gift cards, or sensitive data the real sender wouldn't request by email.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SIGNS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Fake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66751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IT-Support@secure-update-portal.com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mailbox will be suspended in 24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6126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has detected unusual activity. To avoid permanent suspension of your mailbox, you must verify your identity immediately by clicking the secure link below.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 Now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respond within 24 hours will result in deactivation.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Team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is unrelated to the real company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25146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2404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urgency: a fake deadline pressures quick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41605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4050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 personal name used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498348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873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link text hides the real (malicious) destination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INBOX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Fake Websites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8521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385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385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385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892808"/>
            <a:ext cx="4572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892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https://www.yourbank-secure-login.net/verify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947672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 — Account Verification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confirm your login details below to restore full account access.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3429000"/>
            <a:ext cx="512064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429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14400" y="3931920"/>
            <a:ext cx="5120640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457200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572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0136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170992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 — look for misspellings, extra words, or wrong domain endings (.net instead of .com)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4261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40880" y="255117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HTTPS and a valid padlock — but remember: phishing sites can have padlocks too, so this isn't proof alone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48386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33924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wary of pop-ups demanding immediate login or payment details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2511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423367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poor design quality, broken images, or inconsistent branding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166360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5074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navigate to the site directly by typing the known address rather than clicking a link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449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an executive, IT admin, or government official to demand compliance.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0449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false deadline so victims act before they think it through.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148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0449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coworker, vendor, or friend using researched personal details.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account suspension, legal trouble, or job loss to provoke panic.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3891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/ Reward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a prize, refund, or bonus that requires "verifying" information first.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1F2937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3891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937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285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subject lines like "Your photo" or "Invoice attached" that bait a click.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Social Engineering Scenarios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025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"IT Helpdesk" Call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0" y="18745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claims to be IT, says your account has an issue, and asks you to read back a one-time passcode or install "remote support" software.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1810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552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900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Wire Request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89120" y="299008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email appears to come from a senior executive, asking finance to process a confidential wire transfer immediately, bypassing normal approval.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14216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70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0565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Vendor Invoice Switch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389120" y="410565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impersonates a known supplier and asks to update banking details on file just before a real invoice is due.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129784"/>
            <a:ext cx="110642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86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2212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&amp; Pretexting In Person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389120" y="52212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follows an employee through a secure door claiming they forgot their badge, or poses as a contractor to gain physical access.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QUESTION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receive an email from "IT-Support@secure-update-portal.com" saying your mailbox will be suspended in 24 hours unless you verify your login. What should you do?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7432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27432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quickly before the deadline passes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58444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35844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asking the sender to confirm it's legitimate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425696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2569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442569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domain, don't click, and report it to IT/security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266944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526694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5266944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coworker to see what they think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 — Verify independently and report. Never click, reply to, or forward a suspicious message; escalate it through official channels instead.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Avoid Falling Victim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815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URL. When unsure, type the website address yourself.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a second channel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30815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unusual requests (wire transfers, password resets) by calling a known number — not one in the email.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148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308152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limits damage even if a password is stolen, since a second factor is still required.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3218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passwords per site mean one phished credential doesn't unlock everything else.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3891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ignore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3218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"Report Phishing" button or notify IT/security immediately — even if you're not sure.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51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3891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trained and curious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66760" y="532180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up with ongoing awareness training; attackers' tactics evolve constantly.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Breaches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4248"/>
            <a:ext cx="10058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84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9110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Campaign Email Breach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225856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staffer received a fake "change your password" alert and entered credentials on a spoofed login page, exposing years of internal emails.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965960" y="26974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password-reset emails through the official site, not the link provided.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493008"/>
            <a:ext cx="10058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930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34198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Tech Firm Vishing Incident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37673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employees posing as IT support during a remote-work transition, convincing several to share VPN credentials over the phone.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965960" y="42062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never ask for your password verbally — hang up and verify through official channels.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93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01768"/>
            <a:ext cx="100584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0176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9286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BEC Wire Fraud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527608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employee received a spoofed email appearing to be from the CEO requesting an urgent, confidential wire transfer to a new account.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965960" y="5715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unusual payment requests should always require a second, verified approval step.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· QUESTION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"CEO" emails you directly, asking you to urgently wire funds to a new vendor and to keep it confidential. What's the safest response?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7432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27432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it quickly since it's the CEO and time-sensitive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58444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35844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request by calling the CEO directly using a known number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425696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2569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4425696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asking for more details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266944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526694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5266944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coworker to process it instead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 — Confidentiality + urgency + a payment request is a classic BEC pattern. Always verify out-of-band before moving money.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HAPPENS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Clicked? Here's What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31546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from the network or turn off Wi-Fi to limit potential spread of malware.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24028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2" name="Text 9"/>
          <p:cNvSpPr/>
          <p:nvPr/>
        </p:nvSpPr>
        <p:spPr>
          <a:xfrm>
            <a:off x="43205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315468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credentials immediately for any account you entered, from a clean device.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96596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5180" y="224028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8" name="Text 14"/>
          <p:cNvSpPr/>
          <p:nvPr/>
        </p:nvSpPr>
        <p:spPr>
          <a:xfrm>
            <a:off x="715518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315468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IT/security right away — speed matters far more than embarrassment.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52560" y="196596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9820" y="224028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4" name="Text 19"/>
          <p:cNvSpPr/>
          <p:nvPr/>
        </p:nvSpPr>
        <p:spPr>
          <a:xfrm>
            <a:off x="99898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315468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scan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35440" y="4023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 full security scan of the device before resuming normal use.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7667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5166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penalty for reporting a mistake quickly — the only mistake is staying silent and giving an attacker more time.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DC2626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94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Skeptical. Stay Safe.</a:t>
            </a:r>
            <a:endParaRPr lang="en-US" sz="3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963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423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— urgency is the attacker's favorite weapon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9900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through a separate, trusted channel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55701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addresses and hover over links before trusting them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9709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41239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immediately; never feel embarrassed to ask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64024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46908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and unique passwords as a safety net for when mistakes happen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suspicious emails? Contact your IT/Security team — reporting early is always the right call.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1724</Words>
  <Application>Microsoft Office PowerPoint</Application>
  <PresentationFormat>Widescreen</PresentationFormat>
  <Paragraphs>254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Security Awareness Training</dc:creator>
  <cp:lastModifiedBy>User</cp:lastModifiedBy>
  <cp:revision>2</cp:revision>
  <dcterms:created xsi:type="dcterms:W3CDTF">2026-06-17T06:39:48Z</dcterms:created>
  <dcterms:modified xsi:type="dcterms:W3CDTF">2026-06-17T14:04:28Z</dcterms:modified>
</cp:coreProperties>
</file>